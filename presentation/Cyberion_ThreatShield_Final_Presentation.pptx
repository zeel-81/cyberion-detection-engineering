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Cyberion ThreatShield</a:t>
            </a:r>
          </a:p>
          <a:p>
            <a:pPr>
              <a:defRPr sz="2700"/>
            </a:pPr>
            <a:r>
              <a:t>Detection Engineering &amp; Threat Hunting</a:t>
            </a:r>
          </a:p>
          <a:p>
            <a:pPr>
              <a:defRPr sz="2000"/>
            </a:pPr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Build an evidence-based Windows detection engineering workflow.</a:t>
            </a:r>
          </a:p>
          <a:p>
            <a:pPr>
              <a:spcAft>
                <a:spcPts val="1200"/>
              </a:spcAft>
              <a:defRPr sz="2000"/>
            </a:pPr>
            <a:r>
              <a:t>Author and validate Sigma detections against public EVTX security telemetry.</a:t>
            </a:r>
          </a:p>
          <a:p>
            <a:pPr>
              <a:spcAft>
                <a:spcPts val="1200"/>
              </a:spcAft>
              <a:defRPr sz="2000"/>
            </a:pPr>
            <a:r>
              <a:t>Map detection coverage to MITRE ATT&amp;CK.</a:t>
            </a:r>
          </a:p>
          <a:p>
            <a:pPr>
              <a:spcAft>
                <a:spcPts val="1200"/>
              </a:spcAft>
              <a:defRPr sz="2000"/>
            </a:pPr>
            <a:r>
              <a:t>Perform threat hunting, incident investigation, IOC research, and response playbook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Primary telemetry source: EVTX-ATTACK-SAMPLES public Windows Event Log dataset.</a:t>
            </a:r>
          </a:p>
          <a:p>
            <a:pPr>
              <a:spcAft>
                <a:spcPts val="1200"/>
              </a:spcAft>
              <a:defRPr sz="2000"/>
            </a:pPr>
            <a:r>
              <a:t>Analysis performed with Python-based EVTX parsing and Sigma CLI / pySigma validation.</a:t>
            </a:r>
          </a:p>
          <a:p>
            <a:pPr>
              <a:spcAft>
                <a:spcPts val="1200"/>
              </a:spcAft>
              <a:defRPr sz="2000"/>
            </a:pPr>
            <a:r>
              <a:t>Observed telemetry fields were documented in the project data dictionary.</a:t>
            </a:r>
          </a:p>
          <a:p>
            <a:pPr>
              <a:spcAft>
                <a:spcPts val="1200"/>
              </a:spcAft>
              <a:defRPr sz="2000"/>
            </a:pPr>
            <a:r>
              <a:t>Detection workflow: behavior selection → telemetry/fields → Sigma rule → dataset testing → FP review → ATT&amp;CK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Detection Engineering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15 Sigma detection rules developed.</a:t>
            </a:r>
          </a:p>
          <a:p>
            <a:pPr>
              <a:spcAft>
                <a:spcPts val="1200"/>
              </a:spcAft>
              <a:defRPr sz="2000"/>
            </a:pPr>
            <a:r>
              <a:t>15/15 rules tested against real EVTX telemetry.</a:t>
            </a:r>
          </a:p>
          <a:p>
            <a:pPr>
              <a:spcAft>
                <a:spcPts val="1200"/>
              </a:spcAft>
              <a:defRPr sz="2000"/>
            </a:pPr>
            <a:r>
              <a:t>15/15 rules produced at least one detection match.</a:t>
            </a:r>
          </a:p>
          <a:p>
            <a:pPr>
              <a:spcAft>
                <a:spcPts val="1200"/>
              </a:spcAft>
              <a:defRPr sz="2000"/>
            </a:pPr>
            <a:r>
              <a:t>Rules cover credential access, discovery, execution, persistence, lateral movement, registry activity, WMI, services, accounts, and related behaviors.</a:t>
            </a:r>
          </a:p>
          <a:p>
            <a:pPr>
              <a:spcAft>
                <a:spcPts val="1200"/>
              </a:spcAft>
              <a:defRPr sz="2000"/>
            </a:pPr>
            <a:r>
              <a:t>Final Sigma validation: 0 errors, 0 condition errors, 0 validation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MITRE ATT&amp;CK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15 ATT&amp;CK techniques represented through tested detection rules.</a:t>
            </a:r>
          </a:p>
          <a:p>
            <a:pPr>
              <a:spcAft>
                <a:spcPts val="1200"/>
              </a:spcAft>
              <a:defRPr sz="2000"/>
            </a:pPr>
            <a:r>
              <a:t>5 additional techniques assessed as coverage gaps.</a:t>
            </a:r>
          </a:p>
          <a:p>
            <a:pPr>
              <a:spcAft>
                <a:spcPts val="1200"/>
              </a:spcAft>
              <a:defRPr sz="2000"/>
            </a:pPr>
            <a:r>
              <a:t>20 ATT&amp;CK techniques assessed in total.</a:t>
            </a:r>
          </a:p>
          <a:p>
            <a:pPr>
              <a:spcAft>
                <a:spcPts val="1200"/>
              </a:spcAft>
              <a:defRPr sz="2000"/>
            </a:pPr>
            <a:r>
              <a:t>Coverage documentation distinguishes tested detection coverage from assessed gaps.</a:t>
            </a:r>
          </a:p>
          <a:p>
            <a:pPr>
              <a:spcAft>
                <a:spcPts val="1200"/>
              </a:spcAft>
              <a:defRPr sz="2000"/>
            </a:pPr>
            <a:r>
              <a:t>Coverage is based on evidence-backed rule testing rather than unsupported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Threat Hunting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Hunt 01: LSASS access / credential-access activity.</a:t>
            </a:r>
          </a:p>
          <a:p>
            <a:pPr>
              <a:spcAft>
                <a:spcPts val="1200"/>
              </a:spcAft>
              <a:defRPr sz="2000"/>
            </a:pPr>
            <a:r>
              <a:t>Result: 37,364 events analyzed; 28 LSASS access events identified.</a:t>
            </a:r>
          </a:p>
          <a:p>
            <a:pPr>
              <a:spcAft>
                <a:spcPts val="1200"/>
              </a:spcAft>
              <a:defRPr sz="2000"/>
            </a:pPr>
            <a:r>
              <a:t>Hunt 02: WinRM / lateral-movement activity.</a:t>
            </a:r>
          </a:p>
          <a:p>
            <a:pPr>
              <a:spcAft>
                <a:spcPts val="1200"/>
              </a:spcAft>
              <a:defRPr sz="2000"/>
            </a:pPr>
            <a:r>
              <a:t>Multiple telemetry findings were identified across WinRM, PowerShell, service, named-pipe, and remote-shell related samples.</a:t>
            </a:r>
          </a:p>
          <a:p>
            <a:pPr>
              <a:spcAft>
                <a:spcPts val="1200"/>
              </a:spcAft>
              <a:defRPr sz="2000"/>
            </a:pPr>
            <a:r>
              <a:t>Hunt reports document methodology and findings.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Incident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Case 01: LSASS credential-access activity.</a:t>
            </a:r>
          </a:p>
          <a:p>
            <a:pPr>
              <a:spcAft>
                <a:spcPts val="1200"/>
              </a:spcAft>
              <a:defRPr sz="2000"/>
            </a:pPr>
            <a:r>
              <a:t>Case 02: WinRM lateral movement.</a:t>
            </a:r>
          </a:p>
          <a:p>
            <a:pPr>
              <a:spcAft>
                <a:spcPts val="1200"/>
              </a:spcAft>
              <a:defRPr sz="2000"/>
            </a:pPr>
            <a:r>
              <a:t>Incident reports provide investigation-focused evidence and analysis.</a:t>
            </a:r>
          </a:p>
          <a:p>
            <a:pPr>
              <a:spcAft>
                <a:spcPts val="1200"/>
              </a:spcAft>
              <a:defRPr sz="2000"/>
            </a:pPr>
            <a:r>
              <a:t>Findings are treated as telemetry evidence requiring contextual investigation, not automatically as confirmed malicious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Incident Response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Credential Compromise</a:t>
            </a:r>
          </a:p>
          <a:p>
            <a:pPr>
              <a:spcAft>
                <a:spcPts val="1200"/>
              </a:spcAft>
              <a:defRPr sz="2000"/>
            </a:pPr>
            <a:r>
              <a:t>Lateral Movement</a:t>
            </a:r>
          </a:p>
          <a:p>
            <a:pPr>
              <a:spcAft>
                <a:spcPts val="1200"/>
              </a:spcAft>
              <a:defRPr sz="2000"/>
            </a:pPr>
            <a:r>
              <a:t>C2 Beaconing</a:t>
            </a:r>
          </a:p>
          <a:p>
            <a:pPr>
              <a:spcAft>
                <a:spcPts val="1200"/>
              </a:spcAft>
              <a:defRPr sz="2000"/>
            </a:pPr>
            <a:r>
              <a:t>Playbooks provide structured response guidance for analyst use under incident-response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False-Positive Review &amp; IOC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False-positive considerations documented for all 15 detection rules.</a:t>
            </a:r>
          </a:p>
          <a:p>
            <a:pPr>
              <a:spcAft>
                <a:spcPts val="1200"/>
              </a:spcAft>
              <a:defRPr sz="2000"/>
            </a:pPr>
            <a:r>
              <a:t>Reviews consider legitimate administration, software deployment, security tooling, monitoring, and authorized testing.</a:t>
            </a:r>
          </a:p>
          <a:p>
            <a:pPr>
              <a:spcAft>
                <a:spcPts val="1200"/>
              </a:spcAft>
              <a:defRPr sz="2000"/>
            </a:pPr>
            <a:r>
              <a:t>IOC research notes provide supporting threat context.</a:t>
            </a:r>
          </a:p>
          <a:p>
            <a:pPr>
              <a:spcAft>
                <a:spcPts val="1200"/>
              </a:spcAft>
              <a:defRPr sz="2000"/>
            </a:pPr>
            <a:r>
              <a:t>Detection matches and confirmed malicious activity are explicitly distinguished.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Evidence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Git version control used for rules, hunts, incidents, playbooks, and reports.</a:t>
            </a:r>
          </a:p>
          <a:p>
            <a:pPr>
              <a:spcAft>
                <a:spcPts val="1200"/>
              </a:spcAft>
              <a:defRPr sz="2000"/>
            </a:pPr>
            <a:r>
              <a:t>EVTX parsing scripts provide reproducible test/hunt workflows.</a:t>
            </a:r>
          </a:p>
          <a:p>
            <a:pPr>
              <a:spcAft>
                <a:spcPts val="1200"/>
              </a:spcAft>
              <a:defRPr sz="2000"/>
            </a:pPr>
            <a:r>
              <a:t>Sigma CLI validation is recorded as evidence.</a:t>
            </a:r>
          </a:p>
          <a:p>
            <a:pPr>
              <a:spcAft>
                <a:spcPts val="1200"/>
              </a:spcAft>
              <a:defRPr sz="2000"/>
            </a:pPr>
            <a:r>
              <a:t>Detection test results and FP reviews are documented separately.</a:t>
            </a:r>
          </a:p>
          <a:p>
            <a:pPr>
              <a:spcAft>
                <a:spcPts val="1200"/>
              </a:spcAft>
              <a:defRPr sz="2000"/>
            </a:pPr>
            <a:r>
              <a:t>Repository documentation is designed to allow another analyst to understand and reproduce the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Final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15 Sigma detection rules</a:t>
            </a:r>
          </a:p>
          <a:p>
            <a:pPr>
              <a:spcAft>
                <a:spcPts val="1200"/>
              </a:spcAft>
              <a:defRPr sz="2000"/>
            </a:pPr>
            <a:r>
              <a:t>MITRE ATT&amp;CK coverage matrix — 20 techniques assessed</a:t>
            </a:r>
          </a:p>
          <a:p>
            <a:pPr>
              <a:spcAft>
                <a:spcPts val="1200"/>
              </a:spcAft>
              <a:defRPr sz="2000"/>
            </a:pPr>
            <a:r>
              <a:t>2 threat hunt reports</a:t>
            </a:r>
          </a:p>
          <a:p>
            <a:pPr>
              <a:spcAft>
                <a:spcPts val="1200"/>
              </a:spcAft>
              <a:defRPr sz="2000"/>
            </a:pPr>
            <a:r>
              <a:t>2 incident case reports</a:t>
            </a:r>
          </a:p>
          <a:p>
            <a:pPr>
              <a:spcAft>
                <a:spcPts val="1200"/>
              </a:spcAft>
              <a:defRPr sz="2000"/>
            </a:pPr>
            <a:r>
              <a:t>3 incident response playbooks</a:t>
            </a:r>
          </a:p>
          <a:p>
            <a:pPr>
              <a:spcAft>
                <a:spcPts val="1200"/>
              </a:spcAft>
              <a:defRPr sz="2000"/>
            </a:pPr>
            <a:r>
              <a:t>IOC research notes</a:t>
            </a:r>
          </a:p>
          <a:p>
            <a:pPr>
              <a:spcAft>
                <a:spcPts val="1200"/>
              </a:spcAft>
              <a:defRPr sz="2000"/>
            </a:pPr>
            <a:r>
              <a:t>Executive summary and methodology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demonstrates a complete detection-engineering lifecycle from telemetry selection through validation and documentation.</a:t>
            </a:r>
          </a:p>
          <a:p>
            <a:pPr>
              <a:spcAft>
                <a:spcPts val="1200"/>
              </a:spcAft>
              <a:defRPr sz="2000"/>
            </a:pPr>
            <a:r>
              <a:t>All 15 submitted Sigma rules passed final syntax/validation checks.</a:t>
            </a:r>
          </a:p>
          <a:p>
            <a:pPr>
              <a:spcAft>
                <a:spcPts val="1200"/>
              </a:spcAft>
              <a:defRPr sz="2000"/>
            </a:pPr>
            <a:r>
              <a:t>The hunting phase produced evidence-backed findings in public Windows telemetry.</a:t>
            </a:r>
          </a:p>
          <a:p>
            <a:pPr>
              <a:spcAft>
                <a:spcPts val="1200"/>
              </a:spcAft>
              <a:defRPr sz="2000"/>
            </a:pPr>
            <a:r>
              <a:t>Coverage analysis identifies both implemented detections and remaining ATT&amp;CK assessment gaps.</a:t>
            </a:r>
          </a:p>
          <a:p>
            <a:pPr>
              <a:spcAft>
                <a:spcPts val="1200"/>
              </a:spcAft>
              <a:defRPr sz="2000"/>
            </a:pPr>
            <a:r>
              <a:t>The repository provides a defensible, version-controlled security-analysis portfolio.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Cyberion ThreatShield delivers the core PRD scope for detection engineering and threat hunting.</a:t>
            </a:r>
          </a:p>
          <a:p>
            <a:pPr>
              <a:spcAft>
                <a:spcPts val="1200"/>
              </a:spcAft>
              <a:defRPr sz="2000"/>
            </a:pPr>
            <a:r>
              <a:t>The work emphasizes tested detections, ATT&amp;CK traceability, false-positive awareness, investigation evidence, and practical response guidance.</a:t>
            </a:r>
          </a:p>
          <a:p>
            <a:pPr>
              <a:spcAft>
                <a:spcPts val="1200"/>
              </a:spcAft>
              <a:defRPr sz="2000"/>
            </a:pPr>
            <a:r>
              <a:t>Project status: PRD deliverables completed, pending final repository packaging/push of this presentation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