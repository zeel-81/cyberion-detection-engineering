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Cyberion ThreatShield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Build an evidence-based Windows detection engineering workflow.</a:t>
            </a:r>
          </a:p>
          <a:p>
            <a:pPr>
              <a:spcAft>
                <a:spcPts val="700"/>
              </a:spcAft>
            </a:pPr>
            <a:r>
              <a:t>Author and validate Sigma detections against public EVTX security telemetry.</a:t>
            </a:r>
          </a:p>
          <a:p>
            <a:pPr>
              <a:spcAft>
                <a:spcPts val="700"/>
              </a:spcAft>
            </a:pPr>
            <a:r>
              <a:t>Map detection coverage to MITRE ATT&amp;CK and document coverage gaps.</a:t>
            </a:r>
          </a:p>
          <a:p>
            <a:pPr>
              <a:spcAft>
                <a:spcPts val="700"/>
              </a:spcAft>
            </a:pPr>
            <a:r>
              <a:t>Perform structured threat hunting and carry confirmed findings into incident case reports.</a:t>
            </a:r>
          </a:p>
          <a:p>
            <a:pPr>
              <a:spcAft>
                <a:spcPts val="700"/>
              </a:spcAft>
            </a:pPr>
            <a:r>
              <a:t>Produce practical incident-response playbooks and executive-level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Primary telemetry source: EVTX-ATTACK-SAMPLES public Windows Event Log dataset.</a:t>
            </a:r>
          </a:p>
          <a:p>
            <a:pPr>
              <a:spcAft>
                <a:spcPts val="700"/>
              </a:spcAft>
            </a:pPr>
            <a:r>
              <a:t>Analysis performed with Python-based EVTX parsing and Sigma CLI / pySigma validation.</a:t>
            </a:r>
          </a:p>
          <a:p>
            <a:pPr>
              <a:spcAft>
                <a:spcPts val="700"/>
              </a:spcAft>
            </a:pPr>
            <a:r>
              <a:t>Observed telemetry fields were documented in the project data dictionary.</a:t>
            </a:r>
          </a:p>
          <a:p>
            <a:pPr>
              <a:spcAft>
                <a:spcPts val="700"/>
              </a:spcAft>
            </a:pPr>
            <a:r>
              <a:t>Workflow: behavior/technique selection → telemetry &amp; fields → Sigma rule → dataset testing → FP review → ATT&amp;CK mapping.</a:t>
            </a:r>
          </a:p>
          <a:p>
            <a:pPr>
              <a:spcAft>
                <a:spcPts val="700"/>
              </a:spcAft>
            </a:pPr>
            <a:r>
              <a:t>Hunt workflow: hypothesis → analysis approach → findings → conclusion → incident handoff where confirmed.</a:t>
            </a:r>
          </a:p>
          <a:p>
            <a:pPr>
              <a:spcAft>
                <a:spcPts val="700"/>
              </a:spcAft>
            </a:pPr>
            <a:r>
              <a:t>Investigation workflow: corroborating evidence → timeline → ATT&amp;CK mapping → root cause/impact → closure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Detection Engineering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15 Sigma detection rules developed and tested against real EVTX telemetry.</a:t>
            </a:r>
          </a:p>
          <a:p>
            <a:pPr>
              <a:spcAft>
                <a:spcPts val="700"/>
              </a:spcAft>
            </a:pPr>
            <a:r>
              <a:t>15/15 rules produced at least one detection match.</a:t>
            </a:r>
          </a:p>
          <a:p>
            <a:pPr>
              <a:spcAft>
                <a:spcPts val="700"/>
              </a:spcAft>
            </a:pPr>
            <a:r>
              <a:t>3 correlation-style rules added/updated, meeting the PRD requirement for sequence/combination-based detection logic.</a:t>
            </a:r>
          </a:p>
          <a:p>
            <a:pPr>
              <a:spcAft>
                <a:spcPts val="700"/>
              </a:spcAft>
            </a:pPr>
            <a:r>
              <a:t>Rules cover credential access, discovery, execution, persistence, lateral movement, registry activity, WMI, services, accounts, and related behaviors.</a:t>
            </a:r>
          </a:p>
          <a:p>
            <a:pPr>
              <a:spcAft>
                <a:spcPts val="700"/>
              </a:spcAft>
            </a:pPr>
            <a:r>
              <a:t>Final Sigma validation: 0 errors, 0 condition errors, 0 validation issues.</a:t>
            </a:r>
          </a:p>
          <a:p>
            <a:pPr>
              <a:spcAft>
                <a:spcPts val="700"/>
              </a:spcAft>
            </a:pPr>
            <a:r>
              <a:t>Each rule includes ATT&amp;CK mapping and documented false-positive considerations.</a:t>
            </a:r>
          </a:p>
          <a:p>
            <a:pPr>
              <a:spcAft>
                <a:spcPts val="600"/>
              </a:spcAft>
              <a:defRPr sz="1800"/>
            </a:pPr>
            <a:r>
              <a:t>Each rule is presented with ATT&amp;CK mapping, detection logic, severity context, and false-positive considerations.</a:t>
            </a:r>
          </a:p>
          <a:p>
            <a:pPr>
              <a:spcAft>
                <a:spcPts val="600"/>
              </a:spcAft>
              <a:defRPr sz="1800"/>
            </a:pPr>
            <a:r>
              <a:t>Correlation-style logic uses event sequences / combinations rather than single-event matching.</a:t>
            </a:r>
          </a:p>
          <a:p>
            <a:pPr>
              <a:spcAft>
                <a:spcPts val="600"/>
              </a:spcAft>
              <a:defRPr sz="1800"/>
            </a:pPr>
            <a:r>
              <a:t>Tuning focus: precision, legitimate administrative activity, and alert-noise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MITRE ATT&amp;CK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15 ATT&amp;CK techniques represented through tested detection rules.</a:t>
            </a:r>
          </a:p>
          <a:p>
            <a:pPr>
              <a:spcAft>
                <a:spcPts val="700"/>
              </a:spcAft>
            </a:pPr>
            <a:r>
              <a:t>5 additional techniques assessed as coverage gaps; 20 techniques assessed in total.</a:t>
            </a:r>
          </a:p>
          <a:p>
            <a:pPr>
              <a:spcAft>
                <a:spcPts val="700"/>
              </a:spcAft>
            </a:pPr>
            <a:r>
              <a:t>Coverage matrix distinguishes tested detection coverage from assessed gaps.</a:t>
            </a:r>
          </a:p>
          <a:p>
            <a:pPr>
              <a:spcAft>
                <a:spcPts val="700"/>
              </a:spcAft>
            </a:pPr>
            <a:r>
              <a:t>WinRM lateral movement is explicitly mapped to T1021.006 — Windows Remote Management.</a:t>
            </a:r>
          </a:p>
          <a:p>
            <a:pPr>
              <a:spcAft>
                <a:spcPts val="700"/>
              </a:spcAft>
            </a:pPr>
            <a:r>
              <a:t>Coverage claims are tied to evidence-backed rule testing rather than unsupported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Threat Hunting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Hunt 01: LSASS access / credential-access activity.</a:t>
            </a:r>
          </a:p>
          <a:p>
            <a:pPr>
              <a:spcAft>
                <a:spcPts val="700"/>
              </a:spcAft>
            </a:pPr>
            <a:r>
              <a:t>Result: 37,364 events analyzed; 28 LSASS access events identified.</a:t>
            </a:r>
          </a:p>
          <a:p>
            <a:pPr>
              <a:spcAft>
                <a:spcPts val="700"/>
              </a:spcAft>
            </a:pPr>
            <a:r>
              <a:t>Hunt 02: WinRM / lateral-movement activity — T1021.006 (Windows Remote Management).</a:t>
            </a:r>
          </a:p>
          <a:p>
            <a:pPr>
              <a:spcAft>
                <a:spcPts val="700"/>
              </a:spcAft>
            </a:pPr>
            <a:r>
              <a:t>Multiple telemetry findings identified across WinRM, PowerShell, service, named-pipe, and remote-shell related samples.</a:t>
            </a:r>
          </a:p>
          <a:p>
            <a:pPr>
              <a:spcAft>
                <a:spcPts val="700"/>
              </a:spcAft>
            </a:pPr>
            <a:r>
              <a:t>Both hunts are documented with methodology and findings, following the PRD hypothesis-driven workflow.</a:t>
            </a:r>
          </a:p>
          <a:p>
            <a:pPr>
              <a:spcAft>
                <a:spcPts val="600"/>
              </a:spcAft>
              <a:defRPr sz="1800"/>
            </a:pPr>
            <a:r>
              <a:t>Hunt structure: hypothesis → analytical method → telemetry findings → conclusion → incident handoff where warranted.</a:t>
            </a:r>
          </a:p>
          <a:p>
            <a:pPr>
              <a:spcAft>
                <a:spcPts val="600"/>
              </a:spcAft>
              <a:defRPr sz="1800"/>
            </a:pPr>
            <a:r>
              <a:t>PRD emphasis: at least one hunt should examine a technique not already covered by an existing detection rule.</a:t>
            </a:r>
          </a:p>
          <a:p>
            <a:pPr>
              <a:spcAft>
                <a:spcPts val="600"/>
              </a:spcAft>
              <a:defRPr sz="1800"/>
            </a:pPr>
            <a:r>
              <a:t>Negative / inconclusive results should remain explicitly documented rather than being treated as confirmed incidents.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Incident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Case 01: LSASS credential-access activity — confirmed detection.</a:t>
            </a:r>
          </a:p>
          <a:p>
            <a:pPr>
              <a:spcAft>
                <a:spcPts val="700"/>
              </a:spcAft>
            </a:pPr>
            <a:r>
              <a:t>Case 02: WinRM lateral movement — confirmed detection.</a:t>
            </a:r>
          </a:p>
          <a:p>
            <a:pPr>
              <a:spcAft>
                <a:spcPts val="700"/>
              </a:spcAft>
            </a:pPr>
            <a:r>
              <a:t>Cases trace findings from telemetry evidence into investigation-focused analysis.</a:t>
            </a:r>
          </a:p>
          <a:p>
            <a:pPr>
              <a:spcAft>
                <a:spcPts val="700"/>
              </a:spcAft>
            </a:pPr>
            <a:r>
              <a:t>ATT&amp;CK techniques, supporting evidence, and investigation conclusions are documented.</a:t>
            </a:r>
          </a:p>
          <a:p>
            <a:pPr>
              <a:spcAft>
                <a:spcPts val="700"/>
              </a:spcAft>
            </a:pPr>
            <a:r>
              <a:t>Confirmed case activity is distinguished from general detection matches and false-positive candidates.</a:t>
            </a:r>
          </a:p>
          <a:p>
            <a:pPr>
              <a:spcAft>
                <a:spcPts val="600"/>
              </a:spcAft>
              <a:defRPr sz="1800"/>
            </a:pPr>
            <a:r>
              <a:t>Full investigation lifecycle: corroborating evidence → timeline → ATT&amp;CK mapping → root cause / impact → closure classification.</a:t>
            </a:r>
          </a:p>
          <a:p>
            <a:pPr>
              <a:spcAft>
                <a:spcPts val="600"/>
              </a:spcAft>
              <a:defRPr sz="1800"/>
            </a:pPr>
            <a:r>
              <a:t>Case reports should distinguish confirmed findings from detection matches and false-positive candidates.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Incident Response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Credential Compromise — trigger, investigation, containment, recovery, and communication guidance.</a:t>
            </a:r>
          </a:p>
          <a:p>
            <a:pPr>
              <a:spcAft>
                <a:spcPts val="700"/>
              </a:spcAft>
            </a:pPr>
            <a:r>
              <a:t>Lateral Movement — investigation and containment guidance for remote-service activity.</a:t>
            </a:r>
          </a:p>
          <a:p>
            <a:pPr>
              <a:spcAft>
                <a:spcPts val="700"/>
              </a:spcAft>
            </a:pPr>
            <a:r>
              <a:t>C2 Beaconing — investigation, containment, recovery, and stakeholder communication guidance.</a:t>
            </a:r>
          </a:p>
          <a:p>
            <a:pPr>
              <a:spcAft>
                <a:spcPts val="700"/>
              </a:spcAft>
            </a:pPr>
            <a:r>
              <a:t>Playbooks are written procedures, consistent with the PRD's analytical scope; no automated SOAR execution is claimed.</a:t>
            </a:r>
          </a:p>
          <a:p>
            <a:pPr>
              <a:spcAft>
                <a:spcPts val="600"/>
              </a:spcAft>
              <a:defRPr sz="1800"/>
            </a:pPr>
            <a:r>
              <a:t>PRD structure: trigger → investigation → containment → recovery → communications.</a:t>
            </a:r>
          </a:p>
          <a:p>
            <a:pPr>
              <a:spcAft>
                <a:spcPts val="600"/>
              </a:spcAft>
              <a:defRPr sz="1800"/>
            </a:pPr>
            <a:r>
              <a:t>Procedures are analyst-facing and practical under time pressure; no automated SOAR execution is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IOC Research &amp; Rule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IOC research notes provide supporting threat context for investigated activity.</a:t>
            </a:r>
          </a:p>
          <a:p>
            <a:pPr>
              <a:spcAft>
                <a:spcPts val="700"/>
              </a:spcAft>
            </a:pPr>
            <a:r>
              <a:t>Indicators are considered for operationalization through detection rules or watchlists.</a:t>
            </a:r>
          </a:p>
          <a:p>
            <a:pPr>
              <a:spcAft>
                <a:spcPts val="700"/>
              </a:spcAft>
            </a:pPr>
            <a:r>
              <a:t>False-positive considerations are documented for all 15 detection rules.</a:t>
            </a:r>
          </a:p>
          <a:p>
            <a:pPr>
              <a:spcAft>
                <a:spcPts val="700"/>
              </a:spcAft>
            </a:pPr>
            <a:r>
              <a:t>Reviews consider legitimate administration, software deployment, security tooling, monitoring, and authorized testing.</a:t>
            </a:r>
          </a:p>
          <a:p>
            <a:pPr>
              <a:spcAft>
                <a:spcPts val="700"/>
              </a:spcAft>
            </a:pPr>
            <a:r>
              <a:t>Detection matches, false-positive candidates, and confirmed incident cases are explicitly distinguished.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9. Evidence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Git version control used for rules, hunts, incidents, playbooks, and reports.</a:t>
            </a:r>
          </a:p>
          <a:p>
            <a:pPr>
              <a:spcAft>
                <a:spcPts val="700"/>
              </a:spcAft>
            </a:pPr>
            <a:r>
              <a:t>EVTX parsing scripts provide reproducible test and hunt workflows.</a:t>
            </a:r>
          </a:p>
          <a:p>
            <a:pPr>
              <a:spcAft>
                <a:spcPts val="700"/>
              </a:spcAft>
            </a:pPr>
            <a:r>
              <a:t>All 15 Sigma rules were tested against public EVTX-ATTACK-SAMPLES telemetry.</a:t>
            </a:r>
          </a:p>
          <a:p>
            <a:pPr>
              <a:spcAft>
                <a:spcPts val="700"/>
              </a:spcAft>
            </a:pPr>
            <a:r>
              <a:t>Sigma CLI / pySigma validation recorded as evidence: 0 errors, 0 condition errors, 0 validation issues.</a:t>
            </a:r>
          </a:p>
          <a:p>
            <a:pPr>
              <a:spcAft>
                <a:spcPts val="700"/>
              </a:spcAft>
            </a:pPr>
            <a:r>
              <a:t>Detection test results and false-positive reviews are documented separately.</a:t>
            </a:r>
          </a:p>
          <a:p>
            <a:pPr>
              <a:spcAft>
                <a:spcPts val="700"/>
              </a:spcAft>
            </a:pPr>
            <a:r>
              <a:t>Methodology and evidence are organized so another analyst can reproduce the documented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10. PRD 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✓ 15+ Sigma detection rules — 15 delivered and tested.</a:t>
            </a:r>
          </a:p>
          <a:p>
            <a:pPr>
              <a:spcAft>
                <a:spcPts val="700"/>
              </a:spcAft>
            </a:pPr>
            <a:r>
              <a:t>✓ MITRE ATT&amp;CK coverage matrix — 20 techniques assessed.</a:t>
            </a:r>
          </a:p>
          <a:p>
            <a:pPr>
              <a:spcAft>
                <a:spcPts val="700"/>
              </a:spcAft>
            </a:pPr>
            <a:r>
              <a:t>✓ 2 threat hunt reports — Hunt 01 and Hunt 02.</a:t>
            </a:r>
          </a:p>
          <a:p>
            <a:pPr>
              <a:spcAft>
                <a:spcPts val="700"/>
              </a:spcAft>
            </a:pPr>
            <a:r>
              <a:t>✓ 2 incident case reports — Case 01 and Case 02 confirmed detections.</a:t>
            </a:r>
          </a:p>
          <a:p>
            <a:pPr>
              <a:spcAft>
                <a:spcPts val="700"/>
              </a:spcAft>
            </a:pPr>
            <a:r>
              <a:t>✓ 3 incident response playbooks — Credential Compromise, Lateral Movement, C2 Beaconing.</a:t>
            </a:r>
          </a:p>
          <a:p>
            <a:pPr>
              <a:spcAft>
                <a:spcPts val="700"/>
              </a:spcAft>
            </a:pPr>
            <a:r>
              <a:t>✓ IOC research notes and false-positive review.</a:t>
            </a:r>
          </a:p>
          <a:p>
            <a:pPr>
              <a:spcAft>
                <a:spcPts val="700"/>
              </a:spcAft>
            </a:pPr>
            <a:r>
              <a:t>✓ Methodology, executive summary, evidence/reproducibility, and final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The project demonstrates the PRD lifecycle from telemetry selection through detection validation, hunting, investigation, and response documentation.</a:t>
            </a:r>
          </a:p>
          <a:p>
            <a:pPr>
              <a:spcAft>
                <a:spcPts val="700"/>
              </a:spcAft>
            </a:pPr>
            <a:r>
              <a:t>All 15 submitted Sigma rules passed final syntax/validation checks and matched real EVTX telemetry.</a:t>
            </a:r>
          </a:p>
          <a:p>
            <a:pPr>
              <a:spcAft>
                <a:spcPts val="700"/>
              </a:spcAft>
            </a:pPr>
            <a:r>
              <a:t>Three correlation-style rules were added/updated.</a:t>
            </a:r>
          </a:p>
          <a:p>
            <a:pPr>
              <a:spcAft>
                <a:spcPts val="700"/>
              </a:spcAft>
            </a:pPr>
            <a:r>
              <a:t>Hunt 02 provides explicit WinRM T1021.006 lateral-movement coverage.</a:t>
            </a:r>
          </a:p>
          <a:p>
            <a:pPr>
              <a:spcAft>
                <a:spcPts val="700"/>
              </a:spcAft>
            </a:pPr>
            <a:r>
              <a:t>Two confirmed detections were carried into incident case reporting.</a:t>
            </a:r>
          </a:p>
          <a:p>
            <a:pPr>
              <a:spcAft>
                <a:spcPts val="700"/>
              </a:spcAft>
            </a:pPr>
            <a:r>
              <a:t>Coverage analysis identifies implemented detections as well as remaining ATT&amp;CK assessment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12. Conclusion &amp; 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Cyberion ThreatShield delivers the core PRD scope for detection engineering and threat hunting.</a:t>
            </a:r>
          </a:p>
          <a:p>
            <a:pPr>
              <a:spcAft>
                <a:spcPts val="700"/>
              </a:spcAft>
            </a:pPr>
            <a:r>
              <a:t>Final work emphasizes tested Sigma detections, correlation logic, ATT&amp;CK traceability, structured hunts, confirmed incident cases, IOC research, FP awareness, and practical response guidance.</a:t>
            </a:r>
          </a:p>
          <a:p>
            <a:pPr>
              <a:spcAft>
                <a:spcPts val="700"/>
              </a:spcAft>
            </a:pPr>
            <a:r>
              <a:t>The deck now presents the completed work using the PRD's terminology and deliverable structure.</a:t>
            </a:r>
          </a:p>
          <a:p>
            <a:pPr>
              <a:spcAft>
                <a:spcPts val="700"/>
              </a:spcAft>
            </a:pPr>
            <a:r>
              <a:t>Project status: core Section 12 deliverables are represented in the final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8636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13. PRD-to-Delivery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206500"/>
            <a:ext cx="8255000" cy="44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t>Detection engineering: 15 Sigma rules + 3 correlation-style rules.</a:t>
            </a:r>
          </a:p>
          <a:p>
            <a:pPr>
              <a:spcAft>
                <a:spcPts val="800"/>
              </a:spcAft>
            </a:pPr>
            <a:r>
              <a:t>ATT&amp;CK: 20 techniques assessed, with tested coverage and gaps separated.</a:t>
            </a:r>
          </a:p>
          <a:p>
            <a:pPr>
              <a:spcAft>
                <a:spcPts val="800"/>
              </a:spcAft>
            </a:pPr>
            <a:r>
              <a:t>Threat hunting: 2 documented hunts, including WinRM T1021.006.</a:t>
            </a:r>
          </a:p>
          <a:p>
            <a:pPr>
              <a:spcAft>
                <a:spcPts val="800"/>
              </a:spcAft>
            </a:pPr>
            <a:r>
              <a:t>Incident investigation: 2 confirmed detections carried into case reporting.</a:t>
            </a:r>
          </a:p>
          <a:p>
            <a:pPr>
              <a:spcAft>
                <a:spcPts val="800"/>
              </a:spcAft>
            </a:pPr>
            <a:r>
              <a:t>Response: 3 written playbooks for common attack scenarios.</a:t>
            </a:r>
          </a:p>
          <a:p>
            <a:pPr>
              <a:spcAft>
                <a:spcPts val="800"/>
              </a:spcAft>
            </a:pPr>
            <a:r>
              <a:t>Quality: Sigma validation, EVTX evidence, FP review, IOC research, and reproducibility documented.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PRD-Specific Evaluation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Detection quality: correctness, Sigma compliance, precision, severity context, ATT&amp;CK traceability, and false-positive awareness.</a:t>
            </a:r>
          </a:p>
          <a:p>
            <a:pPr>
              <a:spcAft>
                <a:spcPts val="800"/>
              </a:spcAft>
              <a:defRPr sz="1900"/>
            </a:pPr>
            <a:r>
              <a:t>Threat-hunting rigor: explicit hypothesis, analytical method, findings, conclusion, and honest treatment of negative results.</a:t>
            </a:r>
          </a:p>
          <a:p>
            <a:pPr>
              <a:spcAft>
                <a:spcPts val="800"/>
              </a:spcAft>
              <a:defRPr sz="1900"/>
            </a:pPr>
            <a:r>
              <a:t>Incident-investigation rigor: evidence timeline, root cause, ATT&amp;CK mapping, impact assessment, and closure classification.</a:t>
            </a:r>
          </a:p>
          <a:p>
            <a:pPr>
              <a:spcAft>
                <a:spcPts val="800"/>
              </a:spcAft>
              <a:defRPr sz="1900"/>
            </a:pPr>
            <a:r>
              <a:t>Response practicality: playbooks organized around trigger, investigation, containment, recovery, and communications.</a:t>
            </a:r>
          </a:p>
          <a:p>
            <a:pPr>
              <a:spcAft>
                <a:spcPts val="800"/>
              </a:spcAft>
              <a:defRPr sz="1900"/>
            </a:pPr>
            <a:r>
              <a:t>Reproducibility: another analyst should be able to understand and reproduce the documented workflow from the repository.</a:t>
            </a:r>
          </a:p>
          <a:p>
            <a:pPr>
              <a:spcAft>
                <a:spcPts val="800"/>
              </a:spcAft>
              <a:defRPr sz="1900"/>
            </a:pPr>
            <a:r>
              <a:t>Executive communication: summarize coverage improvements, confirmed findings, remaining gaps, and operational significance.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+ PRD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GitHub repository contains dedicated artifacts for rules, ATT&amp;CK coverage, hunts, incidents, IOC research, playbooks, methodology, reports, and presentation.</a:t>
            </a:r>
          </a:p>
          <a:p>
            <a:pPr>
              <a:spcAft>
                <a:spcPts val="800"/>
              </a:spcAft>
              <a:defRPr sz="1900"/>
            </a:pPr>
            <a:r>
              <a:t>Repository README identifies 15+ Sigma rules, correlation-style detections, 2+ hunts, 2+ incident investigations, IOC research, 3+ playbooks, false-positive review, methodology, executive summary, and final presentation.</a:t>
            </a:r>
          </a:p>
          <a:p>
            <a:pPr>
              <a:spcAft>
                <a:spcPts val="800"/>
              </a:spcAft>
              <a:defRPr sz="1900"/>
            </a:pPr>
            <a:r>
              <a:t>Validation is documented against Windows EVTX telemetry.</a:t>
            </a:r>
          </a:p>
          <a:p>
            <a:pPr>
              <a:spcAft>
                <a:spcPts val="800"/>
              </a:spcAft>
              <a:defRPr sz="1900"/>
            </a:pPr>
            <a:r>
              <a:t>The final presentation now makes the PRD's investigation, hunting, detection-quality, playbook, and reproducibility criteria explicit.</a:t>
            </a:r>
          </a:p>
          <a:p>
            <a:pPr>
              <a:spcAft>
                <a:spcPts val="800"/>
              </a:spcAft>
              <a:defRPr sz="1900"/>
            </a:pPr>
            <a:r>
              <a:t>Source of truth: project repository + supplied PRD; unsupported implementation details are not invented in the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